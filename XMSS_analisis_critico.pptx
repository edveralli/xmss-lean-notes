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50A12"/>
          </a:solidFill>
          <a:ln w="12700">
            <a:solidFill>
              <a:srgbClr val="050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crítico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Brechas, riesgos y problemas abiertos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del paper EIP-055 · pq-devnet-4.md · leanSpec código · xmss_explicacion.md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Identificamos 12 problemas en 4 categorías: seguridad, operacional, arquitectura, implementación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64008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50292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657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57400" y="3657600"/>
            <a:ext cx="64008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880360" y="3657600"/>
            <a:ext cx="50292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3657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paper 055 (IACR) · pq-devnet-4.md · github.com/leanEthereum/leanSpec · xmss_explicacion.md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gap más grande: la prueba de seguridad está incompleta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lo reconoce abiertamente como 'future work' — pero todo el esquema de multi-firmas depende de esto.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35387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3716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755648"/>
            <a:ext cx="36941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de la multi-firma (Teorema 2) requiere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pqSNARK tenga adaptive straight-line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soundness en el modelo cuántico.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pqSNARK existente (Plonky3, stwo) tiene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formal de esta propiedad.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significa: la prueba de seguridad del esquema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multi-firmas NO está completa. Hay un hueco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lo que se asume y lo que se puede demostrar.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propiedad no se cumple, un adversario cuántico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podría forjar aggregate proofs — comprometiendo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consenso post-cuántico.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35387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y preguntas abiertas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36941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Plonky3 no satisface esta propiedad?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Habría que cambiar el pqSNARK o modificar 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— afectando leanVm y todo el stack.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 lejos está la comunidad de probarlo?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cita que es 'non-trivial to verify'. No hay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ni roadmap concreto para resolverlo.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alternativa?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knowledge soundness (más fácil de probar)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requiere interacción — incompatible con 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no-interactiva que Ethereum necesita.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elefante en la sala de todo el diseño.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Poseidon2: confianza vs eficiencia — ¿cuánto riesgo?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eligió por eficiencia en ZK, pero tiene mucha menos historia de criptoanálisis que SHA-3 o SHA-256.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trade-off fundamental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SHA-3 (Keccak): ~14 años de criptoanálisis público.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Poseidon2: ~3 años, aún bajo escrutinio activo.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dice: 'damos objetivos concretos a los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criptanalistas' (SM-TCR, SM-PRE, SM-UD).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los objetivos son nuevos — no hay resultados.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catastrófico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encuentra debilidad en SM-TCR de Poseidon2: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colisiones en el Merkle tree → forge de auth paths.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SM-PRE falla: recuperar claves OTS desde las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públicas. Si SM-UD falla: distinguir claves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 de aleatorio → information leakage.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usar SHA-3?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SHA-3 es ~10x más eficiente en CPU (firma/verif).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es ~10x más costosa dentro del circuito SNARK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donde importa para la agregación.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~160 ops/firma con Poseidon2 vs ~1600 con SHA-3.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eso se escala por 10,000 firmas en el aggregate.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mitigación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dual: Poseidon2 para el circuito SNARK,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SHA-3 para operaciones fuera del circuito.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O: tener un path de migración preparado para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swappear la hash function si Poseidon2 se rompe.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está documentado en leanSpec.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TSW encode() puede fallar — y no hay recovery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Encontrado en leanSpec: interface.py sign() lanza RuntimeError si MAX_TRIES se agota. Sin mecanismo de recuperación.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el código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sign() intenta encode() hasta MAX_TRIES = 100,000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veces con randomness derivada del PRF.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todas fallan: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RuntimeError('Failed to find a valid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encoding after 100000 tries.')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recovery. El validador pierde ese slot.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 probable es?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probabilidad de fallo depende de TARGET_SUM=375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el espacio de sumas posibles con DIMENSION=64,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BASE=8. El paper da error rate delta.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500,000 validadores, incluso P(fallo) = 10^-6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 ~0.5 validadores fallan por slot.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escala, es un problema de disponibilidad.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pérdida de disponibilidad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sign() prueba distintas randomness para el MISMO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index. Si todas fallan, el índice NO avanzó.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inconsistencia de estado.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es de disponibilidad: el validador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pierde ese slot sin poder firmar.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Posibles mitigaciones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TARGET_SUM para reducir P(fallo): un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más holgado baja la tasa de error delta.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Pre-screening: verificar si encode() tendrá éxito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comprometer el slot.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'skip slot' que la red reconozca sin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penalizar al validador por fallo de encode.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estado: brecha en la spec, no en el diseño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 usa un contador incremental (left_bottom_tree_index) que avanza con cada firma — el diseño impide reuso. La brecha: la spec no define cómo persistir ese estado.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SÍ funciona: contador incremental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SecretKey.left_bottom_tree_index avanza +1 con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firma. El sliding window (top_tree + left/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bottom_trees) garantiza orden estricto.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operación normal, el diseño hace imposible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reusar un índice OTS. El mecanismo es correcto.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brecha: persistencia a disco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ValidatorRegistry.from_yaml() carga keys al inicio.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la spec NO define un write-back del estado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actualizado (nuevo idx) después de cada firma.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nodo crashea, ¿de dónde recupera el idx?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deberá resolverse en implementaciones reales.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claves = doble complejidad operativa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ValidatorKeyPair: attestation_key + proposal_key.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árboles XMSS independientes por validador.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implementaciones de producción deberán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persistir dos contadores en sync. Factible, pero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complejidad operativa a resolver.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leanSpec es una spec, no producción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es una especificación ejecutable en Python.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pretende ser software de producción.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razonable que no implemente persistencia.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es que tampoco la DEFINE como requisito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explícito para los implementadores.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Aggregator: nodo pesado, punto de presión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aggregator genera proofs pqSNARK recursivos — el nodo más exigido computacionalmente de todo el sistema.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cuello de botella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aggregator tiene 4 segundos (un slot) para: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Recibir attestations por gossip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Construir partial aggregates con leanVm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Fusionar recursivamente con otros parciales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Publicar el aggregate coalesced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miles de firmas, ¿es suficiente tiempo?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aggregator falla?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aggregator no termina a tiempo, el proposer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un aggregate con menos participación.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fallback documentado: ¿puede otro nodo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 el rol? ¿Hay redundancia? pq-devnet-4.md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especifica un mecanismo de respaldo.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log_inv_rate: el dial sin calibrar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log_inv_rate (1-4): controla proof size vs speed.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= 2 si no se especifica.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PERO: no hay benchmarks publicados que digan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valor es óptimo para hardware real.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 es suficiente? ¿Debería ser 1 en mainnet?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lo sabe todavía.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Bandwidth: 2-3 MB por aggregate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FRI, cada aggregate proof pesa 2-3 MB.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gossip eso es significativo — especialmente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nodos con ancho de banda limitado.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STIR/WHIR proyectan &lt; 1 MB pero no están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implementados. Es una promesa, no un hecho.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de transición BLS → hash-based no existe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documento (paper, devnet, leanSpec) describe cómo migrar los ~1M validadores actuales de Ethereum.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sin respuesta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¿Coexisten BLS y XMSS durante la transición?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manejan validadores con clave vieja?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un fork obligatorio o es gradual?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necesita re-staking? ¿Nuevo depósito?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tiempo toma key_gen() para 1M validators?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(~16s por clave, ¿16M segundos = 185 días?)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 de vulnerabilidad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la migración, si un atacante cuántico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aparece, los validadores con BLS son vulnerables.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validadores necesitan migrar antes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consenso sea 'suficientemente PQ'?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¿2/3? ¿50%? No hay análisis de threshold.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los validadores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validadores actuales tienen 32 ETH en stake.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switch requiere un withdrawal + re-deposit?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 se puede hacer in-place con un upgrade?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mecanismo de depósito/registro no está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 para claves XMSS en ningún EIP.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 con los smart contracts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smart contracts que verifican firmas BLS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(ej: bridges, DVT, restaking) también necesitan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DeFi tiene una superficie 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enorme que no se discute en ninguna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del material analizado.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pq-devnet-4: estado real de implementación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original: 2026-03-25 (TBC). Estamos en abril 2026. Todos los clientes en estado ⏳.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61872"/>
          <a:ext cx="8449056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1554480"/>
                <a:gridCol w="1554480"/>
                <a:gridCol w="186537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Cliente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Spec tests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Interop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Docker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Ream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Zeam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Qlean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Lantern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Lighthouse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⏳ Pendiente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47472" y="3794760"/>
            <a:ext cx="4023360" cy="1051560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" y="38862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deslizado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4632" y="42245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2026-03-25 (TBC). Hoy: 2026-04-06.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de leanMetrics: no publicados.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 toolings (lean-quickstart): TBD.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73168" y="3794760"/>
            <a:ext cx="4023360" cy="1051560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10328" y="38862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Dependencias bloqueantes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10328" y="42245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spec tests completos no hay interop.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interop no hay benchmarks reales.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benchmarks no se puede evaluar viabilidad.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 entre fuentes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Cruzando xmss_explicacion.md, el paper 055, pq-devnet-4.md y leanSpec — hay discrepancias.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37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dicen SHA-256 — leanSpec usa Poseidon2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xmss_explicacion.md: 'funciones de hash SHA-256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resistentes al algoritmo de Grover'.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PROD_CONFIG: usa Poseidon2.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notas están desactualizadas respecto 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real — confuso para quien las lea.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comparan con ECDSA — debería ser BLS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xmss_explicacion.md: tabla ECDSA vs XMSS.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usa BLS, no ECDSA, para consenso.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comparación relevante es BLS vs XMSS+TSW.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055 hace esta comparación correctamente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las notas la omiten.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Notas: '1024 OTS' — leanSpec: LIFETIME = 2^32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xmss_explicacion.md usa h=10 → 1024 como ejemplo.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PROD: LOG_LIFETIME=32 → 4.3 mil millones.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es de 6 órdenes de magnitud. Las notas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una impresión equivocada de la escala real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sistema de producción.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'estimamos 10K firmas/seg' — sin benchmark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estima agregación de 10,000 firmas/seg.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pq-devnet-4.md: benchmarks = TBD.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leanMetrics: resultados = TBD.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estimación teórica, no una medición.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dato real la respalda todavía.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F1D1D"/>
          </a:solidFill>
          <a:ln w="12700">
            <a:solidFill>
              <a:srgbClr val="5B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matriz de riesgo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problemas identificados, ordenados por severidad e impacto en el diseño.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8449056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25296"/>
            <a:ext cx="6858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207008" y="118872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pqSNARK adaptive knowledge soundness no probado — prueba de multi-sig incompleta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508760"/>
            <a:ext cx="8449056" cy="3017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545336"/>
            <a:ext cx="6858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453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07008" y="150876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estado XMSS: la spec no define write-back del índice — a resolver en producción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828800"/>
            <a:ext cx="8449056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865376"/>
            <a:ext cx="6858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653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207008" y="182880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vulnerabilidad en transición BLS → hash-based sin análisis de threshold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148840"/>
            <a:ext cx="8449056" cy="3017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185416"/>
            <a:ext cx="6858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854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07008" y="214884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Poseidon2 con ~3 años de criptoanálisis vs ~20 de SHA-3 — riesgo de debilidad futura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468880"/>
            <a:ext cx="8449056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505456"/>
            <a:ext cx="6858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054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207008" y="246888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TSW encode() falla sin recovery — RuntimeError, validador pierde el slot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2788920"/>
            <a:ext cx="8449056" cy="3017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825496"/>
            <a:ext cx="685800" cy="2194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254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207008" y="278892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claves XMSS por validador = doble complejidad operativa de persistencia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108960"/>
            <a:ext cx="8449056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145536"/>
            <a:ext cx="6858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1455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207008" y="310896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transición de ~1M validadores no existe en ningún documento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3429000"/>
            <a:ext cx="8449056" cy="3017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465576"/>
            <a:ext cx="685800" cy="2194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655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207008" y="342900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 sin fallback: si falla, el proposer incluye aggregate parcial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3749040"/>
            <a:ext cx="8449056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785616"/>
            <a:ext cx="685800" cy="2194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7856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207008" y="374904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proof de 2-3 MB en gossip — STIR/WHIR aún no implementado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" y="4069080"/>
            <a:ext cx="8449056" cy="3017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105656"/>
            <a:ext cx="685800" cy="2194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056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207008" y="406908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 entre notas y spec real (SHA-256 vs Poseidon2, ECDSA vs BLS)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4389120"/>
            <a:ext cx="8449056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425696"/>
            <a:ext cx="68580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4256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207008" y="438912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clientes todos en ⏳ — timeline de pq-devnet-4 pasado (target: 2026-03-25)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47472" y="4709160"/>
            <a:ext cx="8449056" cy="3017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745736"/>
            <a:ext cx="68580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7457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207008" y="4709160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de 10K firmas/seg es estimación, no medición real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crítico — brechas y riesgos</dc:title>
  <dc:subject>PptxGenJS Presentation</dc:subject>
  <dc:creator>PptxGenJS</dc:creator>
  <cp:lastModifiedBy>PptxGenJS</cp:lastModifiedBy>
  <cp:revision>1</cp:revision>
  <dcterms:created xsi:type="dcterms:W3CDTF">2026-04-06T03:41:22Z</dcterms:created>
  <dcterms:modified xsi:type="dcterms:W3CDTF">2026-04-06T03:41:22Z</dcterms:modified>
</cp:coreProperties>
</file>