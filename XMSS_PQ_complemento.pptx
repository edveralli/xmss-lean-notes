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50A12"/>
          </a:solidFill>
          <a:ln w="12700">
            <a:solidFill>
              <a:srgbClr val="050A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Hash-Based PQ Ethereum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299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estaba en las slides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Oracle Paradox  ·  Incomparable Encodings  ·  Strong Unforgeability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leanSig / leanMultisig / leanVm  ·  Roles  ·  Gossip  ·  3SF-mini  ·  Comparación PQ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github.com/leanEthereum/leanSpec  ·  IACR Communications in Cryptology, Vol. 2, Issue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A3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Random Oracle Paradox — la raíz del problema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no podés meter XMSS estándar en un SNARK? Esta contradicción motivó todo el paper.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023360" cy="3538728"/>
          </a:xfrm>
          <a:prstGeom prst="rect">
            <a:avLst/>
          </a:prstGeom>
          <a:solidFill>
            <a:srgbClr val="0F1E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" y="1371600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— Contradicción lógica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1755648"/>
            <a:ext cx="36941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XMSS prueba su seguridad en el Random Oracle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(ROM): las funciones hash se modelan como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oráculos ideales de caja negra.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pqSNARK necesita tratar la verificación de XMSS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un circuito — una lista explícita de operaciones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aritméticas sobre un campo finito.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conflicto: modelar una función como RO (caja negra)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 la vez como circuito concreto son incompatibles.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la prueba ROM de XMSS no es válida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un SNARK — la seguridad no se transfiere.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4023360" cy="35387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— Modelo estándar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755648"/>
            <a:ext cx="36941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paper prueba la seguridad de XMSS en 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estándar — sin Random Oracles.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asumen propiedades concretas y verificables: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SM-TCR: resistencia a colisiones multi-target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SM-PRE: resistencia a preimagen multi-target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SM-UD: indistinguibilidad de aleatorio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propiedades son falsificables: los criptanalistas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saben exactamente qué atacar.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circuito SNARK usa funciones concretas (Poseidon2)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propiedades bien definidas — sin contradicción.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A3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requeridas de las funciones hash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concretos para criptanalistas — sin suposiciones de caja negra. Todo en modelo estándar.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SM-TCR — Multi-Target Collision Resistance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encontrar colisiones en múltiples targets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simultáneos (no solo un par).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Usada en el árbol de Merkle y las cadenas W-OTS+.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Cuántica: Grover reduce seguridad 50%.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n=256 bits → 128 bits cuánticos — manejable.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SM-PRE — Multi-Target Preimage Resistance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invertir la función hash en múltiples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objetivo simultáneamente.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las claves secretas OTS de ser recuperadas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las claves públicas publicadas en la firma.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Esencial para que verificar no filtre SK.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SM-UD — Multi-Target Undetectability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salidas de la función hash 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indistinguibles de valores uniformemente aleatorios.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 que la clave pública OTS no revela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sobre la clave privada.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semántica del esquema.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SM-rTCR — nueva noción (aporte del paper)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TCR con encodings aleatorizados que pueden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fallar con probabilidad δ &gt; 0.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Necesaria para TSW: encode() retorna None 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reintenta hasta MAX_TRIES=100,000.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formalización en la literatura.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A3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Incomparable Encodings — el framework teórico unificador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abstracción que unifica todas las variantes de XMSS en una sola prueba de seguridad genérica.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significa 'incomparable'?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un código C, dos codewords x ≠ x' 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incomparables si ni x ≤ x' ni x' ≤ x coord a coord.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hay i donde x_i &lt; x'_i,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j donde x'_j &lt; x_j.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domina al otro en todas las posiciones.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 necesario para XMSS?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x' dominara a x (x'_i ≥ x_i para todo i),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adversario aplicaría hashes extra a la firma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x para obtener una firma válida de x'.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Falsificación trivial sin incomparabilidad.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propiedad bloquea este ataque por diseño.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 1: Winternitz clásico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checksum garantiza incomparabilidad: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un dígito del hash obliga a bajar el checksum.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Desventaja: el número de hashes en verificación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varía según el mensaje — circuito SNARK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costo impredecible.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 2: Target Sum Winternitz (TSW)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constante T garantiza incomparabilidad: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x domina x', su suma sería &gt; T — imposible.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checksum. Verificación = siempre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v(2^w-1) - T hashes exactos.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SNARK con costo fijo.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A3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Unforgeability — por qué la versión básica no alcanza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análisis de XMSS con SUF-CMA. Trabajos previos probaban solo existential unforgeability.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023360" cy="3538728"/>
          </a:xfrm>
          <a:prstGeom prst="rect">
            <a:avLst/>
          </a:prstGeom>
          <a:solidFill>
            <a:srgbClr val="0F1E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" y="1371600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EU-CMA — Existential Unforgeability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1755648"/>
            <a:ext cx="36941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adversario NO puede producir una firma válida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un mensaje M que NUNCA fue firmado.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 mínima: nadie puede inventar firmas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cero.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si el firmante ya firmó M, ¿puede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adversario producir (M, σ') con σ' ≠ 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también sea válida?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EU-CMA no protege contra esto.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firma puede ser 'maleada' por intermediarios.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4023360" cy="35387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SUF-CMA — Strong Unforgeability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755648"/>
            <a:ext cx="36941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adversario NO puede producir NINGUNA firma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válida nueva — ni para mensajes nuevos, ni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mensajes ya firmados.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fuerte: (M, σ') con σ' ≠ σ es inválido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M ya fue firmado.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importa en Ethereum?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Firmas: validador → agregador → bloque → verif.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SUF-CMA, una capa intermedia podría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modificar σ y producir σ' sin romper 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final.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sistemas multicapa, EU-CMA no es suficiente.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A3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ecosistema leanEthereum — cuatro repositorios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leanSpec depende de tres librerías criptográficas especializadas. Cada repo tiene una responsabilidad única.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leanSig — firmas individuales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XMSS con TSW + Poseidon2.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ValidatorKeyPair: clave de attestation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clave de proposal, completamente independientes.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más baja del stack — abstrae toda 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de gestión de estado XMSS.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leanMultisig — base de agregación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partial aggregates a partir de firmas.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el bitfield de participantes.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(qué validators firmaron en este aggregate)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sobre la que leanVm construye recursión.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github.com/leanEthereum/leanMultisig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leanVm — pruebas recursivas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pqSNARK proofs representando N firmas.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Soporta recursión: puede probar sobre otros proofs.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log_inv_rate (1-4): tamaño vs velocidad.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Coalesce N parciales en 1 final por mensaje.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github.com/leanEthereum/leanVm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leanSpec — spec ejecutable del protocolo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 todo: containers SSZ, forkchoice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(3SF-mini), validator service, networking.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generan vectores JSON para los 5 clientes.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3.12+, 99.7% Python.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github.com/leanEthereum/leanSpec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A3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en pq-devnet-4 — quién hace qué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separación de roles es más explícita que en Ethereum clásico por el costo computacional del pqSNARK.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 — el nodo pesado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Recolecta attestations del gossip (attestation_{N}).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a leanVm para fusionarlos recursivamente.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log_inv_rate (solo en validator-config.yaml):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 = proof grande, construcción rápida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 = proof pequeño, construcción lenta / +cómputo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— arma el bloque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 el mejor aggregate coalesced por mensaje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deadline del slot.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el bloque con proposal_key (XMSS separada).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exactamente 1 aggregate por mensaje.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 el aggregate con más cobertura.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— toda la 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que cada mensaje tiene a lo sumo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aggregate en el bloque.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el pqSNARK proof vs bitfield + mensaje.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 en O(1) — independiente de N firmantes.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Rechaza bloques con aggregates duplicados.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nueva en pq-devnet-4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reject: bloques con más de 1 aggregate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 mismo mensaje.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vs pq-devnet-3: antes se aceptaban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aggregates con diferentes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participantValidators. Ahora se coalesce primero.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A3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firmas — del validador al bloque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topics de gossipsub  ·  prefijo /leanconsensus  ·  fork_digest en cada topic  ·  encoding ssz_snappy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attestation_{subnet_id}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validador firma su attestation con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attestation_key y la publica en su subnet.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Formato: /leanconsensus/{fork_digest}/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attestation_{N}/ssz_snappy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aggregator recolecta para construir el partial.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aggregated_attestation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aggregator publica su partial aggregate.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aggregators pueden recibirlos 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fusionarlos recursivamente con leanVm.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Aggregators SHOULD coalescer antes de propagar.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conflictivos: ignorados.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block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proposer publica el bloque con exactamente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aggregate por mensaje — ya coalesced.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nodos verifican el pqSNARK proof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actualizan el fork choice (3SF-mini).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con duplicados: rechazado.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digest — separación de redes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topic incluye fork_digest en su nombre.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 en distintos forks no intercambian mensajes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separación automática entre devnets.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Codificación: ssz_snappy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(SSZ serialization + Snappy compression).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A3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3SF-mini — el mecanismo de consenso subyacente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Modificación de ethereum/research/3sf-mini adaptada para firmas PQ y slots de 4 segundos.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slot (4 segundos)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slot tiene múltiples intervalos internos.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 0: el proposer produce el bloque.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 1+: validadores crean attestations.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validator service duerme hasta el siguiente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y ejecuta el duty correspondiente.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choice y attestations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aggregates coalesced determinan el peso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fork. Se prioriza el fork con más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participación ponderada por validator set.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proposer construye sobre el head actual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fork choice antes de producir el bloque.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Diferencias con el consenso clásico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BLS: sin agregación nativa.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aggregate proof es el pqSNARK de leanVm,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una firma BLS agregada.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de 4s (vs 12s en mainnet) da tiempo 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 para construir el proof antes 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del proposer.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proposal_key vs attestation_key en el slot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validator service usa claves distintas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el duty en el slot: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Bloque: proposal_key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Attestation: attestation_key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_sign_with_key() avanza el estado XMSS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actualiza el registry tras cada firma.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A3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con otros esquemas post-cuánticos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del paper (IACR Vol.2 Issue 1). Único con proof formal completo (SUF-CMA) y agregación no-interactiva.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261872"/>
          <a:ext cx="8449056" cy="3566160"/>
        </p:xfrm>
        <a:graphic>
          <a:graphicData uri="http://schemas.openxmlformats.org/drawingml/2006/table">
            <a:tbl>
              <a:tblPr/>
              <a:tblGrid>
                <a:gridCol w="2788920"/>
                <a:gridCol w="1417320"/>
                <a:gridCol w="777240"/>
                <a:gridCol w="1234440"/>
                <a:gridCol w="2231136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Esquema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Tipo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Agrega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Tamaño indiv.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</a:rPr>
                        <a:t>Proof formal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7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DE047"/>
                          </a:solidFill>
                        </a:rPr>
                        <a:t>Este paper — XMSS+TSW+pqSNARK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Many-time hash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Sí, no-int.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~2.2 KiB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</a:rPr>
                        <a:t>Completo (SUF-CMA)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Khaburzaniya et al. [KCLM22]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OTS + STARKs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Sí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~8 KiB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</a:rPr>
                        <a:t>Bosquejos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Squirrel / Chipmunk [FSZ22/FHSZ23]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Lattice XMSS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Sí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&gt;32 KiB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</a:rPr>
                        <a:t>Formal (EU-CMA)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SPHINCS+ [NIST std]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Many-time hash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8–50 KiB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</a:rPr>
                        <a:t>Formal (EU-CMA)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XMSS clásico [NIST SP 800-208]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Many-time hash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</a:rPr>
                        <a:t>~2 KiB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</a:rPr>
                        <a:t>Formal (EU-CMA)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A3D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futuro y problemas abiertos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el paper y pq-devnet-4 dejan planteado — agenda de investigación activa.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knowledge soundness en QROM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necesaria para la prueba de seguridad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multi-firmas en el modelo cuántico.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Plonky3 y stwo no tienen prueba formal de esto.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paper lo identifica como el gap más crítico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trabajo futuro abierto.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Multi-tree XMSS (LIFETIME = 2^32)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10328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~544 años de actividad con slots de 4 segundos.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SecretKey con sliding window: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top_tree + left/right bottom_trees.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LOG_LIFETIME=32 en PROD_CONFIG de leanSpec.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eficiente y benchmarks pendientes.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STIR / WHIR vs FRI para aggregates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Proofs con Plonky3/FRI: 2-3 MB por aggregate.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STIR o WHIR se proyecta &lt; 1 MB.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Potencialmente viable en el gossip de Ethereum.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en hardware EIP-7870 pendientes.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leanMetrics: por publicar.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3072384"/>
            <a:ext cx="4023360" cy="1709928"/>
          </a:xfrm>
          <a:prstGeom prst="rect">
            <a:avLst/>
          </a:prstGeom>
          <a:solidFill>
            <a:srgbClr val="0F1E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31638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pq-devnet-4 pendientes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10328" y="350215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leanMetrics recolectará resultados completos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hardware EIP-7870 full node.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clientes en progreso: Ream, Zeam, Qlean,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Lantern, Lighthouse.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 actual: 10,000 firmas/seg de agregación.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Hash-Based PQ — Lo que faltaba en las slides</dc:title>
  <dc:subject>PptxGenJS Presentation</dc:subject>
  <dc:creator>PptxGenJS</dc:creator>
  <cp:lastModifiedBy>PptxGenJS</cp:lastModifiedBy>
  <cp:revision>1</cp:revision>
  <dcterms:created xsi:type="dcterms:W3CDTF">2026-04-06T03:15:13Z</dcterms:created>
  <dcterms:modified xsi:type="dcterms:W3CDTF">2026-04-06T03:15:13Z</dcterms:modified>
</cp:coreProperties>
</file>